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C50A14-5FF8-469F-BE86-9BB996F33DE2}" type="datetimeFigureOut">
              <a:rPr lang="en-US" smtClean="0"/>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6F2369-535B-4236-B2A9-818979C80543}" type="slidenum">
              <a:rPr lang="en-US" smtClean="0"/>
              <a:t>‹#›</a:t>
            </a:fld>
            <a:endParaRPr lang="en-US"/>
          </a:p>
        </p:txBody>
      </p:sp>
    </p:spTree>
    <p:extLst>
      <p:ext uri="{BB962C8B-B14F-4D97-AF65-F5344CB8AC3E}">
        <p14:creationId xmlns:p14="http://schemas.microsoft.com/office/powerpoint/2010/main" val="958719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6F2369-535B-4236-B2A9-818979C80543}" type="slidenum">
              <a:rPr lang="en-US" smtClean="0"/>
              <a:t>1</a:t>
            </a:fld>
            <a:endParaRPr lang="en-US"/>
          </a:p>
        </p:txBody>
      </p:sp>
    </p:spTree>
    <p:extLst>
      <p:ext uri="{BB962C8B-B14F-4D97-AF65-F5344CB8AC3E}">
        <p14:creationId xmlns:p14="http://schemas.microsoft.com/office/powerpoint/2010/main" val="3382523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AA40EE-7AAC-4766-8DD9-10AFDCCAA6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8D6F3C5-7E26-4F0B-8900-B59884DF5479}" type="slidenum">
              <a:rPr lang="en-US" smtClean="0"/>
              <a:t>‹#›</a:t>
            </a:fld>
            <a:endParaRPr lang="en-US"/>
          </a:p>
        </p:txBody>
      </p:sp>
    </p:spTree>
    <p:extLst>
      <p:ext uri="{BB962C8B-B14F-4D97-AF65-F5344CB8AC3E}">
        <p14:creationId xmlns:p14="http://schemas.microsoft.com/office/powerpoint/2010/main" val="3747652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AA40EE-7AAC-4766-8DD9-10AFDCCAA6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8D6F3C5-7E26-4F0B-8900-B59884DF5479}" type="slidenum">
              <a:rPr lang="en-US" smtClean="0"/>
              <a:t>‹#›</a:t>
            </a:fld>
            <a:endParaRPr lang="en-US"/>
          </a:p>
        </p:txBody>
      </p:sp>
    </p:spTree>
    <p:extLst>
      <p:ext uri="{BB962C8B-B14F-4D97-AF65-F5344CB8AC3E}">
        <p14:creationId xmlns:p14="http://schemas.microsoft.com/office/powerpoint/2010/main" val="2659573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AA40EE-7AAC-4766-8DD9-10AFDCCAA6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8D6F3C5-7E26-4F0B-8900-B59884DF5479}" type="slidenum">
              <a:rPr lang="en-US" smtClean="0"/>
              <a:t>‹#›</a:t>
            </a:fld>
            <a:endParaRPr lang="en-US"/>
          </a:p>
        </p:txBody>
      </p:sp>
    </p:spTree>
    <p:extLst>
      <p:ext uri="{BB962C8B-B14F-4D97-AF65-F5344CB8AC3E}">
        <p14:creationId xmlns:p14="http://schemas.microsoft.com/office/powerpoint/2010/main" val="1167252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AA40EE-7AAC-4766-8DD9-10AFDCCAA6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8D6F3C5-7E26-4F0B-8900-B59884DF5479}" type="slidenum">
              <a:rPr lang="en-US" smtClean="0"/>
              <a:t>‹#›</a:t>
            </a:fld>
            <a:endParaRPr lang="en-US"/>
          </a:p>
        </p:txBody>
      </p:sp>
    </p:spTree>
    <p:extLst>
      <p:ext uri="{BB962C8B-B14F-4D97-AF65-F5344CB8AC3E}">
        <p14:creationId xmlns:p14="http://schemas.microsoft.com/office/powerpoint/2010/main" val="2317037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AA40EE-7AAC-4766-8DD9-10AFDCCAA6C4}"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8D6F3C5-7E26-4F0B-8900-B59884DF5479}" type="slidenum">
              <a:rPr lang="en-US" smtClean="0"/>
              <a:t>‹#›</a:t>
            </a:fld>
            <a:endParaRPr lang="en-US"/>
          </a:p>
        </p:txBody>
      </p:sp>
    </p:spTree>
    <p:extLst>
      <p:ext uri="{BB962C8B-B14F-4D97-AF65-F5344CB8AC3E}">
        <p14:creationId xmlns:p14="http://schemas.microsoft.com/office/powerpoint/2010/main" val="1504509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AA40EE-7AAC-4766-8DD9-10AFDCCAA6C4}"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8D6F3C5-7E26-4F0B-8900-B59884DF5479}" type="slidenum">
              <a:rPr lang="en-US" smtClean="0"/>
              <a:t>‹#›</a:t>
            </a:fld>
            <a:endParaRPr lang="en-US"/>
          </a:p>
        </p:txBody>
      </p:sp>
    </p:spTree>
    <p:extLst>
      <p:ext uri="{BB962C8B-B14F-4D97-AF65-F5344CB8AC3E}">
        <p14:creationId xmlns:p14="http://schemas.microsoft.com/office/powerpoint/2010/main" val="3415589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AA40EE-7AAC-4766-8DD9-10AFDCCAA6C4}"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8D6F3C5-7E26-4F0B-8900-B59884DF5479}" type="slidenum">
              <a:rPr lang="en-US" smtClean="0"/>
              <a:t>‹#›</a:t>
            </a:fld>
            <a:endParaRPr lang="en-US"/>
          </a:p>
        </p:txBody>
      </p:sp>
    </p:spTree>
    <p:extLst>
      <p:ext uri="{BB962C8B-B14F-4D97-AF65-F5344CB8AC3E}">
        <p14:creationId xmlns:p14="http://schemas.microsoft.com/office/powerpoint/2010/main" val="3003541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AA40EE-7AAC-4766-8DD9-10AFDCCAA6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8D6F3C5-7E26-4F0B-8900-B59884DF5479}" type="slidenum">
              <a:rPr lang="en-US" smtClean="0"/>
              <a:t>‹#›</a:t>
            </a:fld>
            <a:endParaRPr lang="en-US"/>
          </a:p>
        </p:txBody>
      </p:sp>
    </p:spTree>
    <p:extLst>
      <p:ext uri="{BB962C8B-B14F-4D97-AF65-F5344CB8AC3E}">
        <p14:creationId xmlns:p14="http://schemas.microsoft.com/office/powerpoint/2010/main" val="815742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AA40EE-7AAC-4766-8DD9-10AFDCCAA6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8D6F3C5-7E26-4F0B-8900-B59884DF5479}" type="slidenum">
              <a:rPr lang="en-US" smtClean="0"/>
              <a:t>‹#›</a:t>
            </a:fld>
            <a:endParaRPr lang="en-US"/>
          </a:p>
        </p:txBody>
      </p:sp>
    </p:spTree>
    <p:extLst>
      <p:ext uri="{BB962C8B-B14F-4D97-AF65-F5344CB8AC3E}">
        <p14:creationId xmlns:p14="http://schemas.microsoft.com/office/powerpoint/2010/main" val="966401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AA40EE-7AAC-4766-8DD9-10AFDCCAA6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8D6F3C5-7E26-4F0B-8900-B59884DF5479}" type="slidenum">
              <a:rPr lang="en-US" smtClean="0"/>
              <a:t>‹#›</a:t>
            </a:fld>
            <a:endParaRPr lang="en-US"/>
          </a:p>
        </p:txBody>
      </p:sp>
    </p:spTree>
    <p:extLst>
      <p:ext uri="{BB962C8B-B14F-4D97-AF65-F5344CB8AC3E}">
        <p14:creationId xmlns:p14="http://schemas.microsoft.com/office/powerpoint/2010/main" val="3526805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AA40EE-7AAC-4766-8DD9-10AFDCCAA6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8D6F3C5-7E26-4F0B-8900-B59884DF5479}"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57786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FAA40EE-7AAC-4766-8DD9-10AFDCCAA6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8D6F3C5-7E26-4F0B-8900-B59884DF5479}" type="slidenum">
              <a:rPr lang="en-US" smtClean="0"/>
              <a:t>‹#›</a:t>
            </a:fld>
            <a:endParaRPr lang="en-US"/>
          </a:p>
        </p:txBody>
      </p:sp>
    </p:spTree>
    <p:extLst>
      <p:ext uri="{BB962C8B-B14F-4D97-AF65-F5344CB8AC3E}">
        <p14:creationId xmlns:p14="http://schemas.microsoft.com/office/powerpoint/2010/main" val="14985140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FAA40EE-7AAC-4766-8DD9-10AFDCCAA6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8D6F3C5-7E26-4F0B-8900-B59884DF5479}"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253236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FAA40EE-7AAC-4766-8DD9-10AFDCCAA6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8D6F3C5-7E26-4F0B-8900-B59884DF5479}" type="slidenum">
              <a:rPr lang="en-US" smtClean="0"/>
              <a:t>‹#›</a:t>
            </a:fld>
            <a:endParaRPr lang="en-US"/>
          </a:p>
        </p:txBody>
      </p:sp>
    </p:spTree>
    <p:extLst>
      <p:ext uri="{BB962C8B-B14F-4D97-AF65-F5344CB8AC3E}">
        <p14:creationId xmlns:p14="http://schemas.microsoft.com/office/powerpoint/2010/main" val="33329432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AA40EE-7AAC-4766-8DD9-10AFDCCAA6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8D6F3C5-7E26-4F0B-8900-B59884DF5479}" type="slidenum">
              <a:rPr lang="en-US" smtClean="0"/>
              <a:t>‹#›</a:t>
            </a:fld>
            <a:endParaRPr lang="en-US"/>
          </a:p>
        </p:txBody>
      </p:sp>
    </p:spTree>
    <p:extLst>
      <p:ext uri="{BB962C8B-B14F-4D97-AF65-F5344CB8AC3E}">
        <p14:creationId xmlns:p14="http://schemas.microsoft.com/office/powerpoint/2010/main" val="17939006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AA40EE-7AAC-4766-8DD9-10AFDCCAA6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8D6F3C5-7E26-4F0B-8900-B59884DF5479}" type="slidenum">
              <a:rPr lang="en-US" smtClean="0"/>
              <a:t>‹#›</a:t>
            </a:fld>
            <a:endParaRPr lang="en-US"/>
          </a:p>
        </p:txBody>
      </p:sp>
    </p:spTree>
    <p:extLst>
      <p:ext uri="{BB962C8B-B14F-4D97-AF65-F5344CB8AC3E}">
        <p14:creationId xmlns:p14="http://schemas.microsoft.com/office/powerpoint/2010/main" val="3343201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FAA40EE-7AAC-4766-8DD9-10AFDCCAA6C4}" type="datetimeFigureOut">
              <a:rPr lang="en-US" smtClean="0"/>
              <a:t>5/13/2026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8D6F3C5-7E26-4F0B-8900-B59884DF5479}" type="slidenum">
              <a:rPr lang="en-US" smtClean="0"/>
              <a:t>‹#›</a:t>
            </a:fld>
            <a:endParaRPr lang="en-US"/>
          </a:p>
        </p:txBody>
      </p:sp>
    </p:spTree>
    <p:extLst>
      <p:ext uri="{BB962C8B-B14F-4D97-AF65-F5344CB8AC3E}">
        <p14:creationId xmlns:p14="http://schemas.microsoft.com/office/powerpoint/2010/main" val="2248605385"/>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343CA-2BEE-C928-C9EF-DA1C63EA3C86}"/>
              </a:ext>
            </a:extLst>
          </p:cNvPr>
          <p:cNvSpPr>
            <a:spLocks noGrp="1"/>
          </p:cNvSpPr>
          <p:nvPr>
            <p:ph type="ctrTitle"/>
          </p:nvPr>
        </p:nvSpPr>
        <p:spPr>
          <a:xfrm>
            <a:off x="0" y="760751"/>
            <a:ext cx="8915399" cy="2262781"/>
          </a:xfrm>
        </p:spPr>
        <p:txBody>
          <a:bodyPr>
            <a:normAutofit/>
          </a:bodyPr>
          <a:lstStyle/>
          <a:p>
            <a:pPr algn="ctr"/>
            <a:r>
              <a:rPr lang="en-US" sz="4800" b="1" dirty="0">
                <a:solidFill>
                  <a:schemeClr val="tx1"/>
                </a:solidFill>
                <a:latin typeface="Times New Romen"/>
              </a:rPr>
              <a:t>Student Fine Management System</a:t>
            </a:r>
          </a:p>
        </p:txBody>
      </p:sp>
      <p:sp>
        <p:nvSpPr>
          <p:cNvPr id="3" name="Subtitle 2">
            <a:extLst>
              <a:ext uri="{FF2B5EF4-FFF2-40B4-BE49-F238E27FC236}">
                <a16:creationId xmlns:a16="http://schemas.microsoft.com/office/drawing/2014/main" id="{19EE3439-3556-6957-6DA9-BD21BA69ED88}"/>
              </a:ext>
            </a:extLst>
          </p:cNvPr>
          <p:cNvSpPr>
            <a:spLocks noGrp="1"/>
          </p:cNvSpPr>
          <p:nvPr>
            <p:ph type="subTitle" idx="1"/>
          </p:nvPr>
        </p:nvSpPr>
        <p:spPr>
          <a:xfrm>
            <a:off x="1678897" y="3608147"/>
            <a:ext cx="10343213" cy="2489102"/>
          </a:xfrm>
        </p:spPr>
        <p:txBody>
          <a:bodyPr>
            <a:normAutofit fontScale="92500" lnSpcReduction="10000"/>
          </a:bodyPr>
          <a:lstStyle/>
          <a:p>
            <a:r>
              <a:rPr lang="en-US" sz="2800" dirty="0">
                <a:solidFill>
                  <a:schemeClr val="tx1"/>
                </a:solidFill>
                <a:latin typeface="Times New Romen"/>
              </a:rPr>
              <a:t>BCA C Programming Project</a:t>
            </a:r>
          </a:p>
          <a:p>
            <a:endParaRPr lang="en-US" sz="2800" dirty="0">
              <a:solidFill>
                <a:schemeClr val="tx1"/>
              </a:solidFill>
              <a:latin typeface="Times New Romen"/>
            </a:endParaRPr>
          </a:p>
          <a:p>
            <a:r>
              <a:rPr lang="en-US" sz="2600" dirty="0">
                <a:solidFill>
                  <a:schemeClr val="tx1"/>
                </a:solidFill>
                <a:latin typeface="Times New Romen"/>
              </a:rPr>
              <a:t>Presented by:</a:t>
            </a:r>
          </a:p>
          <a:p>
            <a:r>
              <a:rPr lang="en-US" sz="2600" dirty="0">
                <a:solidFill>
                  <a:schemeClr val="tx1"/>
                </a:solidFill>
                <a:latin typeface="Times New Romen"/>
              </a:rPr>
              <a:t>Aastha G.C.</a:t>
            </a:r>
          </a:p>
          <a:p>
            <a:r>
              <a:rPr lang="en-US" sz="2600" dirty="0">
                <a:solidFill>
                  <a:schemeClr val="tx1"/>
                </a:solidFill>
                <a:latin typeface="Times New Romen"/>
              </a:rPr>
              <a:t>Shital Thapa </a:t>
            </a:r>
          </a:p>
        </p:txBody>
      </p:sp>
      <p:pic>
        <p:nvPicPr>
          <p:cNvPr id="7" name="Picture 6">
            <a:extLst>
              <a:ext uri="{FF2B5EF4-FFF2-40B4-BE49-F238E27FC236}">
                <a16:creationId xmlns:a16="http://schemas.microsoft.com/office/drawing/2014/main" id="{DD89CB2A-FC3A-F6DF-F4D0-DC2C932198B9}"/>
              </a:ext>
            </a:extLst>
          </p:cNvPr>
          <p:cNvPicPr>
            <a:picLocks noChangeAspect="1"/>
          </p:cNvPicPr>
          <p:nvPr/>
        </p:nvPicPr>
        <p:blipFill>
          <a:blip r:embed="rId3"/>
          <a:stretch>
            <a:fillRect/>
          </a:stretch>
        </p:blipFill>
        <p:spPr>
          <a:xfrm>
            <a:off x="7180290" y="2323474"/>
            <a:ext cx="5011710" cy="3972395"/>
          </a:xfrm>
          <a:prstGeom prst="rect">
            <a:avLst/>
          </a:prstGeom>
        </p:spPr>
      </p:pic>
    </p:spTree>
    <p:extLst>
      <p:ext uri="{BB962C8B-B14F-4D97-AF65-F5344CB8AC3E}">
        <p14:creationId xmlns:p14="http://schemas.microsoft.com/office/powerpoint/2010/main" val="2596354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A1797-269F-1CBF-E2D3-1D129B88BEBD}"/>
              </a:ext>
            </a:extLst>
          </p:cNvPr>
          <p:cNvSpPr>
            <a:spLocks noGrp="1"/>
          </p:cNvSpPr>
          <p:nvPr>
            <p:ph type="title"/>
          </p:nvPr>
        </p:nvSpPr>
        <p:spPr/>
        <p:txBody>
          <a:bodyPr>
            <a:normAutofit/>
          </a:bodyPr>
          <a:lstStyle/>
          <a:p>
            <a:pPr algn="ctr"/>
            <a:r>
              <a:rPr lang="en-US" sz="4800" b="1" dirty="0">
                <a:latin typeface="Times New Romen"/>
              </a:rPr>
              <a:t>Introduction</a:t>
            </a:r>
          </a:p>
        </p:txBody>
      </p:sp>
      <p:sp>
        <p:nvSpPr>
          <p:cNvPr id="3" name="Content Placeholder 2">
            <a:extLst>
              <a:ext uri="{FF2B5EF4-FFF2-40B4-BE49-F238E27FC236}">
                <a16:creationId xmlns:a16="http://schemas.microsoft.com/office/drawing/2014/main" id="{088B96D7-7194-876A-C9C1-D3F481B2EC74}"/>
              </a:ext>
            </a:extLst>
          </p:cNvPr>
          <p:cNvSpPr>
            <a:spLocks noGrp="1"/>
          </p:cNvSpPr>
          <p:nvPr>
            <p:ph idx="1"/>
          </p:nvPr>
        </p:nvSpPr>
        <p:spPr/>
        <p:txBody>
          <a:bodyPr>
            <a:normAutofit lnSpcReduction="10000"/>
          </a:bodyPr>
          <a:lstStyle/>
          <a:p>
            <a:pPr marL="0" indent="0">
              <a:buNone/>
            </a:pPr>
            <a:endParaRPr lang="en-US" sz="2800" dirty="0">
              <a:solidFill>
                <a:schemeClr val="tx1"/>
              </a:solidFill>
              <a:latin typeface="Times New Romen"/>
            </a:endParaRPr>
          </a:p>
          <a:p>
            <a:pPr>
              <a:buFont typeface="Wingdings" panose="05000000000000000000" pitchFamily="2" charset="2"/>
              <a:buChar char="§"/>
            </a:pPr>
            <a:r>
              <a:rPr lang="en-US" sz="3200" dirty="0">
                <a:solidFill>
                  <a:schemeClr val="tx1"/>
                </a:solidFill>
                <a:latin typeface="Times New Romen"/>
              </a:rPr>
              <a:t>Student Fine Management system is a software project used to manage student fines digitally.</a:t>
            </a:r>
          </a:p>
          <a:p>
            <a:pPr>
              <a:buFont typeface="Wingdings" panose="05000000000000000000" pitchFamily="2" charset="2"/>
              <a:buChar char="§"/>
            </a:pPr>
            <a:r>
              <a:rPr lang="en-US" sz="3200" dirty="0">
                <a:solidFill>
                  <a:schemeClr val="tx1"/>
                </a:solidFill>
                <a:latin typeface="Times New Romen"/>
              </a:rPr>
              <a:t>It helps schools and colleges keep records of fines in an organized way.</a:t>
            </a:r>
          </a:p>
          <a:p>
            <a:pPr>
              <a:buFont typeface="Wingdings" panose="05000000000000000000" pitchFamily="2" charset="2"/>
              <a:buChar char="§"/>
            </a:pPr>
            <a:r>
              <a:rPr lang="en-US" sz="3200" dirty="0">
                <a:solidFill>
                  <a:schemeClr val="tx1"/>
                </a:solidFill>
                <a:latin typeface="Times New Romen"/>
              </a:rPr>
              <a:t> It manage different types of fines such as library fines, late fees, and disciplinary fines.</a:t>
            </a:r>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F4A4BBA8-3A09-2814-F9CD-631A14299249}"/>
                  </a:ext>
                </a:extLst>
              </p:cNvPr>
              <p:cNvGraphicFramePr>
                <a:graphicFrameLocks noChangeAspect="1"/>
              </p:cNvGraphicFramePr>
              <p:nvPr>
                <p:extLst>
                  <p:ext uri="{D42A27DB-BD31-4B8C-83A1-F6EECF244321}">
                    <p14:modId xmlns:p14="http://schemas.microsoft.com/office/powerpoint/2010/main" val="4099525670"/>
                  </p:ext>
                </p:extLst>
              </p:nvPr>
            </p:nvGraphicFramePr>
            <p:xfrm>
              <a:off x="-129343" y="1104318"/>
              <a:ext cx="3048000" cy="1714500"/>
            </p:xfrm>
            <a:graphic>
              <a:graphicData uri="http://schemas.microsoft.com/office/powerpoint/2016/slidezoom">
                <pslz:sldZm>
                  <pslz:sldZmObj sldId="257" cId="2959281903">
                    <pslz:zmPr id="{0EDF9314-8D5F-42DC-9214-B4A9408CA102}" returnToParent="0"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F4A4BBA8-3A09-2814-F9CD-631A14299249}"/>
                  </a:ext>
                </a:extLst>
              </p:cNvPr>
              <p:cNvPicPr>
                <a:picLocks noGrp="1" noRot="1" noChangeAspect="1" noMove="1" noResize="1" noEditPoints="1" noAdjustHandles="1" noChangeArrowheads="1" noChangeShapeType="1"/>
              </p:cNvPicPr>
              <p:nvPr/>
            </p:nvPicPr>
            <p:blipFill>
              <a:blip r:embed="rId4"/>
              <a:stretch>
                <a:fillRect/>
              </a:stretch>
            </p:blipFill>
            <p:spPr>
              <a:xfrm>
                <a:off x="-129343" y="1104318"/>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2959281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7F4E-FE7E-380C-0BC9-F79C43A0A45E}"/>
              </a:ext>
            </a:extLst>
          </p:cNvPr>
          <p:cNvSpPr>
            <a:spLocks noGrp="1"/>
          </p:cNvSpPr>
          <p:nvPr>
            <p:ph type="title"/>
          </p:nvPr>
        </p:nvSpPr>
        <p:spPr/>
        <p:txBody>
          <a:bodyPr>
            <a:normAutofit/>
          </a:bodyPr>
          <a:lstStyle/>
          <a:p>
            <a:pPr algn="ctr"/>
            <a:r>
              <a:rPr lang="en-US" sz="4400" b="1" dirty="0">
                <a:latin typeface="Times New Romen"/>
              </a:rPr>
              <a:t>Why We chose this project?</a:t>
            </a:r>
          </a:p>
        </p:txBody>
      </p:sp>
      <p:sp>
        <p:nvSpPr>
          <p:cNvPr id="3" name="Content Placeholder 2">
            <a:extLst>
              <a:ext uri="{FF2B5EF4-FFF2-40B4-BE49-F238E27FC236}">
                <a16:creationId xmlns:a16="http://schemas.microsoft.com/office/drawing/2014/main" id="{8A1A2322-79F4-59B1-9F77-B482C5AE9BFB}"/>
              </a:ext>
            </a:extLst>
          </p:cNvPr>
          <p:cNvSpPr>
            <a:spLocks noGrp="1"/>
          </p:cNvSpPr>
          <p:nvPr>
            <p:ph idx="1"/>
          </p:nvPr>
        </p:nvSpPr>
        <p:spPr/>
        <p:txBody>
          <a:bodyPr>
            <a:normAutofit/>
          </a:bodyPr>
          <a:lstStyle/>
          <a:p>
            <a:pPr>
              <a:buFont typeface="Arial" panose="020B0604020202020204" pitchFamily="34" charset="0"/>
              <a:buChar char="•"/>
            </a:pPr>
            <a:r>
              <a:rPr lang="en-US" sz="3200" dirty="0">
                <a:solidFill>
                  <a:schemeClr val="tx1"/>
                </a:solidFill>
                <a:latin typeface="Times New Romen"/>
              </a:rPr>
              <a:t>Saves Time</a:t>
            </a:r>
          </a:p>
          <a:p>
            <a:pPr>
              <a:buFont typeface="Arial" panose="020B0604020202020204" pitchFamily="34" charset="0"/>
              <a:buChar char="•"/>
            </a:pPr>
            <a:r>
              <a:rPr lang="en-US" sz="3200" dirty="0">
                <a:solidFill>
                  <a:schemeClr val="tx1"/>
                </a:solidFill>
                <a:latin typeface="Times New Romen"/>
              </a:rPr>
              <a:t>Avoids mistakes</a:t>
            </a:r>
          </a:p>
          <a:p>
            <a:pPr>
              <a:buFont typeface="Arial" panose="020B0604020202020204" pitchFamily="34" charset="0"/>
              <a:buChar char="•"/>
            </a:pPr>
            <a:r>
              <a:rPr lang="en-US" sz="3200" dirty="0">
                <a:solidFill>
                  <a:schemeClr val="tx1"/>
                </a:solidFill>
                <a:latin typeface="Times New Romen"/>
              </a:rPr>
              <a:t>Easy to use</a:t>
            </a:r>
          </a:p>
          <a:p>
            <a:pPr>
              <a:buFont typeface="Arial" panose="020B0604020202020204" pitchFamily="34" charset="0"/>
              <a:buChar char="•"/>
            </a:pPr>
            <a:r>
              <a:rPr lang="en-US" sz="3200" dirty="0">
                <a:solidFill>
                  <a:schemeClr val="tx1"/>
                </a:solidFill>
                <a:latin typeface="Times New Romen"/>
              </a:rPr>
              <a:t>Keeps records safe</a:t>
            </a:r>
          </a:p>
          <a:p>
            <a:pPr>
              <a:buFont typeface="Arial" panose="020B0604020202020204" pitchFamily="34" charset="0"/>
              <a:buChar char="•"/>
            </a:pPr>
            <a:r>
              <a:rPr lang="en-US" sz="3200" dirty="0">
                <a:solidFill>
                  <a:schemeClr val="tx1"/>
                </a:solidFill>
                <a:latin typeface="Times New Romen"/>
              </a:rPr>
              <a:t>Reduces paperwork</a:t>
            </a:r>
          </a:p>
          <a:p>
            <a:pPr>
              <a:buFont typeface="Arial" panose="020B0604020202020204" pitchFamily="34" charset="0"/>
              <a:buChar char="•"/>
            </a:pPr>
            <a:r>
              <a:rPr lang="en-US" sz="3200" dirty="0">
                <a:solidFill>
                  <a:schemeClr val="tx1"/>
                </a:solidFill>
                <a:latin typeface="Times New Romen"/>
              </a:rPr>
              <a:t>Helpful for schools and colleges</a:t>
            </a:r>
          </a:p>
        </p:txBody>
      </p:sp>
      <p:pic>
        <p:nvPicPr>
          <p:cNvPr id="5" name="Picture 4">
            <a:extLst>
              <a:ext uri="{FF2B5EF4-FFF2-40B4-BE49-F238E27FC236}">
                <a16:creationId xmlns:a16="http://schemas.microsoft.com/office/drawing/2014/main" id="{675B1F5C-01D8-3E03-2B99-FD8900EBF61B}"/>
              </a:ext>
            </a:extLst>
          </p:cNvPr>
          <p:cNvPicPr>
            <a:picLocks noChangeAspect="1"/>
          </p:cNvPicPr>
          <p:nvPr/>
        </p:nvPicPr>
        <p:blipFill>
          <a:blip r:embed="rId2"/>
          <a:stretch>
            <a:fillRect/>
          </a:stretch>
        </p:blipFill>
        <p:spPr>
          <a:xfrm>
            <a:off x="7525063" y="1802567"/>
            <a:ext cx="4382124" cy="3252866"/>
          </a:xfrm>
          <a:prstGeom prst="rect">
            <a:avLst/>
          </a:prstGeom>
        </p:spPr>
      </p:pic>
    </p:spTree>
    <p:extLst>
      <p:ext uri="{BB962C8B-B14F-4D97-AF65-F5344CB8AC3E}">
        <p14:creationId xmlns:p14="http://schemas.microsoft.com/office/powerpoint/2010/main" val="2821940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8A441-FB23-7ECD-F908-D48C766B4E7C}"/>
              </a:ext>
            </a:extLst>
          </p:cNvPr>
          <p:cNvSpPr>
            <a:spLocks noGrp="1"/>
          </p:cNvSpPr>
          <p:nvPr>
            <p:ph type="title"/>
          </p:nvPr>
        </p:nvSpPr>
        <p:spPr/>
        <p:txBody>
          <a:bodyPr>
            <a:normAutofit/>
          </a:bodyPr>
          <a:lstStyle/>
          <a:p>
            <a:pPr algn="ctr"/>
            <a:r>
              <a:rPr lang="en-US" sz="4000" dirty="0">
                <a:latin typeface="Times New Romen"/>
              </a:rPr>
              <a:t>Objectives</a:t>
            </a:r>
          </a:p>
        </p:txBody>
      </p:sp>
      <p:sp>
        <p:nvSpPr>
          <p:cNvPr id="3" name="Content Placeholder 2">
            <a:extLst>
              <a:ext uri="{FF2B5EF4-FFF2-40B4-BE49-F238E27FC236}">
                <a16:creationId xmlns:a16="http://schemas.microsoft.com/office/drawing/2014/main" id="{9C729361-516D-6585-3CD6-6D75781BC900}"/>
              </a:ext>
            </a:extLst>
          </p:cNvPr>
          <p:cNvSpPr>
            <a:spLocks noGrp="1"/>
          </p:cNvSpPr>
          <p:nvPr>
            <p:ph idx="1"/>
          </p:nvPr>
        </p:nvSpPr>
        <p:spPr/>
        <p:txBody>
          <a:bodyPr>
            <a:normAutofit/>
          </a:bodyPr>
          <a:lstStyle/>
          <a:p>
            <a:pPr>
              <a:buFont typeface="Arial" panose="020B0604020202020204" pitchFamily="34" charset="0"/>
              <a:buChar char="•"/>
            </a:pPr>
            <a:r>
              <a:rPr lang="en-US" sz="3200" dirty="0">
                <a:latin typeface="Times New Romen"/>
              </a:rPr>
              <a:t>To manage student fines easily</a:t>
            </a:r>
          </a:p>
          <a:p>
            <a:pPr>
              <a:buFont typeface="Arial" panose="020B0604020202020204" pitchFamily="34" charset="0"/>
              <a:buChar char="•"/>
            </a:pPr>
            <a:r>
              <a:rPr lang="en-US" sz="3200" dirty="0">
                <a:latin typeface="Times New Romen"/>
              </a:rPr>
              <a:t>To reduce manual paperwork</a:t>
            </a:r>
          </a:p>
          <a:p>
            <a:pPr>
              <a:buFont typeface="Arial" panose="020B0604020202020204" pitchFamily="34" charset="0"/>
              <a:buChar char="•"/>
            </a:pPr>
            <a:r>
              <a:rPr lang="en-US" sz="3200" dirty="0">
                <a:latin typeface="Times New Romen"/>
              </a:rPr>
              <a:t>To save time in fine management</a:t>
            </a:r>
          </a:p>
          <a:p>
            <a:pPr>
              <a:buFont typeface="Arial" panose="020B0604020202020204" pitchFamily="34" charset="0"/>
              <a:buChar char="•"/>
            </a:pPr>
            <a:r>
              <a:rPr lang="en-US" sz="3200" dirty="0">
                <a:latin typeface="Times New Romen"/>
              </a:rPr>
              <a:t>To make searching records faster</a:t>
            </a:r>
          </a:p>
          <a:p>
            <a:pPr>
              <a:buFont typeface="Arial" panose="020B0604020202020204" pitchFamily="34" charset="0"/>
              <a:buChar char="•"/>
            </a:pPr>
            <a:r>
              <a:rPr lang="en-US" sz="3200" dirty="0">
                <a:latin typeface="Times New Romen"/>
              </a:rPr>
              <a:t>To improve management efficiency</a:t>
            </a:r>
          </a:p>
          <a:p>
            <a:pPr>
              <a:buFont typeface="Arial" panose="020B0604020202020204" pitchFamily="34" charset="0"/>
              <a:buChar char="•"/>
            </a:pPr>
            <a:r>
              <a:rPr lang="en-US" sz="3200" dirty="0">
                <a:latin typeface="Times New Romen"/>
              </a:rPr>
              <a:t>To avoid calculation mistakes</a:t>
            </a:r>
          </a:p>
        </p:txBody>
      </p:sp>
    </p:spTree>
    <p:extLst>
      <p:ext uri="{BB962C8B-B14F-4D97-AF65-F5344CB8AC3E}">
        <p14:creationId xmlns:p14="http://schemas.microsoft.com/office/powerpoint/2010/main" val="1315664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E0663-2817-70BE-FA83-39FEC9E8D094}"/>
              </a:ext>
            </a:extLst>
          </p:cNvPr>
          <p:cNvSpPr>
            <a:spLocks noGrp="1"/>
          </p:cNvSpPr>
          <p:nvPr>
            <p:ph type="title"/>
          </p:nvPr>
        </p:nvSpPr>
        <p:spPr/>
        <p:txBody>
          <a:bodyPr>
            <a:normAutofit fontScale="90000"/>
          </a:bodyPr>
          <a:lstStyle/>
          <a:p>
            <a:pPr algn="ctr"/>
            <a:r>
              <a:rPr lang="en-US" sz="4000" b="1" dirty="0">
                <a:latin typeface="Times New Romen"/>
              </a:rPr>
              <a:t>Conclusion</a:t>
            </a:r>
            <a:br>
              <a:rPr lang="en-US" sz="4000" b="1" dirty="0">
                <a:latin typeface="Times New Romen"/>
              </a:rPr>
            </a:br>
            <a:endParaRPr lang="en-US" sz="4000" b="1" dirty="0">
              <a:latin typeface="Times New Romen"/>
            </a:endParaRPr>
          </a:p>
        </p:txBody>
      </p:sp>
      <p:sp>
        <p:nvSpPr>
          <p:cNvPr id="3" name="Content Placeholder 2">
            <a:extLst>
              <a:ext uri="{FF2B5EF4-FFF2-40B4-BE49-F238E27FC236}">
                <a16:creationId xmlns:a16="http://schemas.microsoft.com/office/drawing/2014/main" id="{A16C3F6A-A138-ACD3-6E89-ED675EABC10B}"/>
              </a:ext>
            </a:extLst>
          </p:cNvPr>
          <p:cNvSpPr>
            <a:spLocks noGrp="1"/>
          </p:cNvSpPr>
          <p:nvPr>
            <p:ph idx="1"/>
          </p:nvPr>
        </p:nvSpPr>
        <p:spPr/>
        <p:txBody>
          <a:bodyPr>
            <a:normAutofit/>
          </a:bodyPr>
          <a:lstStyle/>
          <a:p>
            <a:pPr marL="0" indent="0">
              <a:buNone/>
            </a:pPr>
            <a:r>
              <a:rPr lang="en-US" sz="3200" dirty="0">
                <a:solidFill>
                  <a:schemeClr val="tx1"/>
                </a:solidFill>
                <a:latin typeface="Times New Romen"/>
              </a:rPr>
              <a:t>The student Fine management system helps schools and colleges manage student fines in an easy, fast, and accurate way. It also helps avoid calculations errors and saves valuable time. Overall, this project improves the efficiency, transparency, and reliability of fine management in educational institutions.</a:t>
            </a:r>
          </a:p>
        </p:txBody>
      </p:sp>
    </p:spTree>
    <p:extLst>
      <p:ext uri="{BB962C8B-B14F-4D97-AF65-F5344CB8AC3E}">
        <p14:creationId xmlns:p14="http://schemas.microsoft.com/office/powerpoint/2010/main" val="159784792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302</TotalTime>
  <Words>174</Words>
  <Application>Microsoft Office PowerPoint</Application>
  <PresentationFormat>Widescreen</PresentationFormat>
  <Paragraphs>28</Paragraphs>
  <Slides>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Century Gothic</vt:lpstr>
      <vt:lpstr>Times New Romen</vt:lpstr>
      <vt:lpstr>Wingdings</vt:lpstr>
      <vt:lpstr>Wingdings 3</vt:lpstr>
      <vt:lpstr>Wisp</vt:lpstr>
      <vt:lpstr>Student Fine Management System</vt:lpstr>
      <vt:lpstr>Introduction</vt:lpstr>
      <vt:lpstr>Why We chose this project?</vt:lpstr>
      <vt:lpstr>Objectives</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6</cp:revision>
  <dcterms:created xsi:type="dcterms:W3CDTF">2026-05-12T11:00:52Z</dcterms:created>
  <dcterms:modified xsi:type="dcterms:W3CDTF">2026-05-13T01:09:48Z</dcterms:modified>
</cp:coreProperties>
</file>